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Load-Test Metrics — How It Works &amp; How to Adopt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7D2FE"/>
                </a:solidFill>
              </a:rPr>
              <a:t>Architecture, the decisions behind it, and the path into the real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Technical deep-dive  ·  companion to the workshop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Component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metrics-support/  —  the portable part (no demo-app dependency)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metrics-api — Metrics / ActionTimer / EndpointTimer facade + the toggle + no-op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metrics-micrometer / metrics-prometheus — the two backends (SPI-selected)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metrics-servlet — the /metrics endpoint (web-fragment, shared)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metrics-jaxrs — JAX-RS request-timing filter for services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demo-app/  —  portal-web (JSF) + service-a + service-b (JAX-RS)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observability/  —  Prometheus + Grafana + OTel Collector (compose)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load/  —  scenario definitions + drivers (Selenium, k6 browser, k6 HTTP)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The toggle (requirement FR2/FR3)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System property portal.metrics.enabled, default false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read once at startup and cached — a restart flips it (fine for load-test envs)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set in standalone.conf / JAVA_OPTS or &lt;system-property&gt; in standalone.xml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When off: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MetricsProvider returns the no-op — no registry, no meters registered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the /metrics servlet returns 404 (Metrics.scrape() is empty)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the JSF PhaseListener still runs but records into the no-op timer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Overhead when off is unmeasurable; when on, &lt; ~1 ms per instrumented 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Instrumentation — UI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JSF request  —  PhaseListener starts a timer at RESTORE_VIEW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235000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06040"/>
            <a:ext cx="9966960" cy="731520"/>
          </a:xfrm>
          <a:prstGeom prst="rect">
            <a:avLst/>
          </a:prstGeom>
          <a:solidFill>
            <a:srgbClr val="EEF2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Action name resolved server-side: javax.faces.source / postback button / view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21868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Polling (p:poll) requests dropped; login/save redirects handled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408736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343400"/>
            <a:ext cx="9966960" cy="731520"/>
          </a:xfrm>
          <a:prstGeom prst="rect">
            <a:avLst/>
          </a:prstGeom>
          <a:solidFill>
            <a:srgbClr val="EEF2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Stop at end of RENDER_RESPONSE (or INVOKE_APPLICATION if already redirected)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95604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21208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Metrics.get().action(name).record(elapsed, outcome)  →  portal_user_action_seconds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47084"/>
                </a:solidFill>
              </a:rPr>
              <a:t>No driver cooperation. Any driver that performs the steps gets correct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Run labelling (Spike 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Labels applied OUTSIDE the app — in the Collector's resource processor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run_id, release, test_type, env come from env vars the CI job sets per run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the same app build serves every run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Collector = one process, lifetime = one run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not in the always-on stack; a compose 'loadtest' profile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scrapes the app + WildFly :9990, prometheusremotewrite to Prometheus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Pushgateway rejected (wrong tool); k6 remote-write kept for the client-side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Dashboards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User Actions — Load Test  —  per-action rate / error% / p50-p99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Baseline vs Candidate  —  bar + delta table (alignment-free) + offset overlay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Release Trend  —  one point per run over weeks, backed by recording rules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Service Endpoints  —  per-endpoint p95, client (k6) vs server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App Server &amp; JVM  —  heap / GC / threads / CPU / Undertow, from MP Metrics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all provisioned from checked-in JSON — reproducible, no click-ops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Spike A — Micrometer vs Prometheus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Both built behind one MetricsBackend SPI; compared on a real deploy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Similar transitive footprint (Micrometer 1.13 pulls the same client_java 1.x)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Micrometer wins on ad-hoc counter tags and the binder ecosystem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Recommendation: Micrometer default, aligns with a future Spring Boot direction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Prometheus client stays wired — proof the facade is backend-neutral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Spike E — app-server / JVM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Q: do we need a 2nd agent, or hand-write MBean code?  A: neither.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WildFly / EAP MicroProfile Metrics subsystem exposes JVM + server metrics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already in the default EAP 7.4 profile; unauthenticated on the mgmt port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Collector scrapes :9990/metrics during the run — nothing installed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jmx_exporter as a -javaagent conflicts with WildFly boot (LogManager ordering)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standalone jmx_exporter over remote JMX works, if the subsystem isn't available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Nothing here needs a unit test or a coverage exclusion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Decisions on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D1 free PrimeFaces Saga theme + a documented swap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D3 release label = git describe, normalised to a bare version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D4 recording rules only — no separate results store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D5 JDK 17 (matches EAP 7.4 at the workplace)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D6 Selenium/Java is the primary UI driver; k6 browser the alternative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Full list: docs/01-requirements.md §8; rationale in docs/findings/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Adoption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1.  Add metrics-api + metrics-micrometer + metrics-servlet to the main WAR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235000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06040"/>
            <a:ext cx="9966960" cy="731520"/>
          </a:xfrm>
          <a:prstGeom prst="rect">
            <a:avLst/>
          </a:prstGeom>
          <a:solidFill>
            <a:srgbClr val="EEF2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2.  Register the PhaseListener; instrument 3–4 top user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21868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3.  Add run_id / release tags to the existing Jenkins load-test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408736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343400"/>
            <a:ext cx="9966960" cy="731520"/>
          </a:xfrm>
          <a:prstGeom prst="rect">
            <a:avLst/>
          </a:prstGeom>
          <a:solidFill>
            <a:srgbClr val="EEF2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4.  Run a Collector against Test during a scheduled load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95604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21208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5.  Roll the JAX-RS filter into services that already have API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5824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6080760"/>
            <a:ext cx="9966960" cy="731520"/>
          </a:xfrm>
          <a:prstGeom prst="rect">
            <a:avLst/>
          </a:prstGeom>
          <a:solidFill>
            <a:srgbClr val="EEF2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6.  Enable the MicroProfile Metrics scrape for JVM / app-server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47084"/>
                </a:solidFill>
              </a:rPr>
              <a:t>Each step is independently shippable and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Risks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MP Metrics subsystem stripped in a hardened EAP profile → standalone jmx_exporter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Management port exposure → keep internal / firewalled (NFR7)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Per-run run_id cardinality → few runs; recording rules collapse each run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JSF action mis-attribution → covered by tests; Spike B write-up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EAP 8 / Jakarta EE 10 → javax→jakarta on the module; desk review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7D2FE"/>
                </a:solidFill>
              </a:rPr>
              <a:t>docs/ has the requirements, the spikes, the technical solution, and every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github.com/mmcnicol/jboss-prometheus-grafana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