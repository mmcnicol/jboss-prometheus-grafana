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Load-Test Metrics for a JBoss / JSF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7D2FE"/>
                </a:solidFill>
              </a:rPr>
              <a:t>Getting user-action and app-server timings into Prometheus &amp; Grafana — during a load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Team tech workshop  ·  reference implementation: github.com/mmcnicol/jboss-prometheus-grafana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We run load tests before a release. We want to see: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how long key user actions take (login → next page, open form, save)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whether a new release is slower than the last one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what the JVM and app server are doing under load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Constraints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load-test only — the app must not emit metrics all the time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keep it simple; minimal change to the application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Test / UAT / Prod are Windows; an incumbent APM agent is already there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What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A small, portable metrics module + a run pipeline + Grafana dashboards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one Maven module you drop into a WAR — no framework, no container coupling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a JBoss system property turns it on/off:  -Dportal.metrics.enabled=true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an OpenTelemetry Collector runs only for the duration of a load test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each run tagged with run_id + release, so runs can be compared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Demonstrated end-to-end on WildFly 26.1 (the free stand-in for EAP 7.4)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084"/>
                </a:solidFill>
              </a:rPr>
              <a:t>Same JDK (17), same Jakarta EE 8 / javax namespace as EAP 7.4.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How a run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Scenario driver (Selenium / k6 browser / k6 HTTP)  —  performs the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235000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0604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WildFly / EAP  —  portal-web + services; server-side timer per action; /metrics served only when enabled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1868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OpenTelemetry Collector  —  started &amp; stopped by the CI job; stamps run_id / release / test_type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08736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343400"/>
            <a:ext cx="9966960" cy="731520"/>
          </a:xfrm>
          <a:prstGeom prst="rect">
            <a:avLst/>
          </a:prstGeom>
          <a:solidFill>
            <a:srgbClr val="EEF2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Prometheus  —  stores the run; recording rules roll up per-run p95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95604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084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>
                <a:solidFill>
                  <a:srgbClr val="1F2A37"/>
                </a:solidFill>
              </a:rPr>
              <a:t>Grafana  —  User Actions · Baseline vs Candidate · Release Trend · App Server &amp; JVM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084"/>
                </a:solidFill>
              </a:rPr>
              <a:t>The driver just drives. The authoritative timing is measured server-side.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DEMO  ·  1 · The toggle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1.  Show WildFly running with portal.metrics.enabled=false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2.  curl /portal-web/metrics  →  404 (no endpoint, no overhead)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3.  Flip the system property to true, restart, curl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>
                <a:solidFill>
                  <a:srgbClr val="312E81"/>
                </a:solidFill>
              </a:rPr>
              <a:t>Expect:  404 when off; Prometheus-format metrics when on. Nothing else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DEMO  ·  2 · A labelled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1.  ./load/run-loadtest.sh --driver selenium --vus 3 --duration 120 --release 1.4.0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2.  It enables metrics, starts the Collector, runs the scenario, stops the Collector, restores state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3.  Open Grafana → 'User Actions — Load Test', pick the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>
                <a:solidFill>
                  <a:srgbClr val="312E81"/>
                </a:solidFill>
              </a:rPr>
              <a:t>Expect:  Per-action throughput, error rate, p50/p90/p95/p99 over the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DEMO  ·  3 · Baseline vs candidate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1.  Run the scenario again with a different --release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2.  Open 'Baseline vs Candidate', pick the two runs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3.  Read the bar chart + delta table (Δ p95 per action, colour-graded)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>
                <a:solidFill>
                  <a:srgbClr val="312E81"/>
                </a:solidFill>
              </a:rPr>
              <a:t>Expect:  A regression between releases is obvious. No manual spreadsheet.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DEMO  ·  4 · App server &amp; JVM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1.  Same run — the Collector also scraped WildFly's MicroProfile Metrics endpoint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2.  Open 'App Server &amp; JVM — Load Test'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3.  Heap, GC pause, threads, CPU, Undertow requests/s — for that run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>
                <a:solidFill>
                  <a:srgbClr val="312E81"/>
                </a:solidFill>
              </a:rPr>
              <a:t>Expect:  No agent installed. No application code. The subsystem is already in EAP 7.4.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DEMO  ·  5 · Service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1.  ./load/run-loadtest.sh --driver k6-http --release 1.4.0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2.  Open 'Service Endpoints — Load Test'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A37"/>
                </a:solidFill>
              </a:rPr>
              <a:t>3.  Per-endpoint p95, error ratio, client (k6) vs server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EF2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>
                <a:solidFill>
                  <a:srgbClr val="312E81"/>
                </a:solidFill>
              </a:rPr>
              <a:t>Expect:  The 'middle' layer — real URLs, so k6's own metrics are appropriate here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Why it stays simple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Design choices that keep it small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One facade, swappable backend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app code calls Metrics.get().action("login").record(elapsed, outcome)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Micrometer by default; Prometheus Java client proven interchangeable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Action name resolved server-side from JSF (no driver cooperation needed)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works with Selenium, k6 browser, or recorded HTTP — all interchangeable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PrimeFaces polling is filtered out automatically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App-server / JVM metrics need zero new Java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647084"/>
                </a:solidFill>
              </a:rPr>
              <a:t>the EAP / WildFly MicroProfile Metrics subsystem already exposes them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Collector lifetime = run lifetime  →  the app is quiet the rest of the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What we're NOT doing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 production monitoring — no alerting, no on-call, no SLOs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 replacing the incumbent APM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 installing a second agent on the app servers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 hand-writing MBean-reading Java (the thing that caused the JaCoCo pain last time)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Not a big-bang change — the module goes into one WAR at a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37"/>
                </a:solidFill>
              </a:rPr>
              <a:t>If we adopt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1463040" cy="381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Phase in: the module into the main WAR + 3–4 user actions first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Reuse the existing Jenkins load-test jobs — add the run_id / release tags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Point a Collector at the Test environment during a scheduled run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Share the Grafana dashboards with the apps-mgmt team as a talking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Revisit EAP 8 / Jakarta EE 10 when the migration date is 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084"/>
                </a:solidFill>
              </a:rPr>
              <a:t>Everything here is in the public repo; nothing workplace-specific is committed.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7D2FE"/>
                </a:solidFill>
              </a:rPr>
              <a:t>Repo, dashboards, and run scripts are all in git — clone and 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github.com/mmcnicol/jboss-prometheus-grafana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